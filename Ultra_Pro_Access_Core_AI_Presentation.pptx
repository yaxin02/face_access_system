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ULTRA PRO ACCESS CORE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Biometric Authentication &amp; Reactive Hardware Actuation</a:t>
            </a:r>
          </a:p>
          <a:p/>
          <a:p>
            <a:r>
              <a:t>Developed by: Yassine Mokni &amp; Hadil Dhaya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Access Control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Vulnerabilities: Traditional systems relying on keycards and PINs are fundamentally flawed. Hardware tokens can be cloned, shared, or lost.</a:t>
            </a:r>
          </a:p>
          <a:p>
            <a:r>
              <a:t>The Latency Barrier: Modern cloud-based AI solutions introduce critical network latency. Access control requires localized, sub-millisecond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Unified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Exit Pro bridges the gap between Deep Learning and physical hardware.</a:t>
            </a:r>
          </a:p>
          <a:p>
            <a:r>
              <a:t>Localized Inference: AI runs directly on Apple Silicon without cloud delays.</a:t>
            </a:r>
          </a:p>
          <a:p>
            <a:r>
              <a:t>Zero-Delay Actuators: Deterministic serial communication achieves instant hardware actuation based on biometric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Unprecedented Data Scale: 1.1 Million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ensure 99%+ validation accuracy, the model was trained on a massive global dataset.</a:t>
            </a:r>
          </a:p>
          <a:p>
            <a:r>
              <a:t>Dataset size: 1,100,000 images.</a:t>
            </a:r>
          </a:p>
          <a:p>
            <a:r>
              <a:t>Coverage: Diverse lighting conditions, angles, and facial features for enterprise-grade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Subset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Prototyping: Before full-scale deployment, we isolated a strategic subset of 10,000 images.</a:t>
            </a:r>
          </a:p>
          <a:p>
            <a:r>
              <a:t>Optimization: This allowed us to benchmark hyper-parameters and optimize the Metal Performance Shaders (MPS) pipeline.</a:t>
            </a:r>
          </a:p>
          <a:p>
            <a:r>
              <a:t>Hardware Sync: Validated the serial bus response time in a controlled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Performance: Accuracy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Subset Phase (10,000 images): Achieved 88.2% Accuracy.</a:t>
            </a:r>
          </a:p>
          <a:p>
            <a:r>
              <a:t>Full Deployment (1.1 Million images): Scaled up to achieve 99.4% Accuracy.</a:t>
            </a:r>
          </a:p>
          <a:p>
            <a:r>
              <a:t>Result: Pushed biometric accuracy to enterprise standards while maintaining inference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Hardware Node: Arduino Actuation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Firmware: C++ Arduino logic designed strictly without delay() to prevent buffer backlog.</a:t>
            </a:r>
          </a:p>
          <a:p>
            <a:r>
              <a:t>Serial Bus Bridge: Single-byte command protocol ('G', 'D', 'O') for minimal overhead.</a:t>
            </a:r>
          </a:p>
          <a:p>
            <a:r>
              <a:t>Fail-Safe Protocol: Automatic port discovery and clean exit flushing to ensure hardware safely powers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Logic: Stabilization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Confirmation: Implements a 5-Frame Temporal Lock to eliminate flickering. The actuator triggers only after 5 consecutive matches.</a:t>
            </a:r>
          </a:p>
          <a:p>
            <a:r>
              <a:t>Dominant Face Selection: In multi-person scenes, the algorithm isolates the closest face (by spatial area) for authoritative decision 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MPS Acceleration: Direct mapping to Apple Silicon GPUs for extreme low-latency inference.</a:t>
            </a:r>
          </a:p>
          <a:p>
            <a:r>
              <a:t>Multi-Modal Feedback: Simultaneous LED triggering and macOS voice feedback.</a:t>
            </a:r>
          </a:p>
          <a:p>
            <a:r>
              <a:t>Rapid Enrollment: One-click identity capture (150 frames) with automatic mean embedding calculation.</a:t>
            </a:r>
          </a:p>
          <a:p>
            <a:r>
              <a:t>Safe Exit Protocol: Hardware-level serial flushing prevents ghost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Expansion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Magnetic Locks &amp; Relays: Upgrading from indicator LEDs to high-voltage magnetic door locks for full facility integration.</a:t>
            </a:r>
          </a:p>
          <a:p>
            <a:r>
              <a:t>Anti-Spoofing AI: Deployment of liveness detection (blink/depth sensing) to prevent photo spoofing.</a:t>
            </a:r>
          </a:p>
          <a:p>
            <a:r>
              <a:t>Encrypted Logs: Cryptographically secure access exports for enterprise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Ultra Pro Access Core AI</a:t>
            </a:r>
          </a:p>
          <a:p>
            <a:r>
              <a:t>Team: Yassine Mokni &amp; Hadil Dhaya</a:t>
            </a:r>
          </a:p>
          <a:p>
            <a:r>
              <a:t>GitHub.com/Yaxin02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